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8D321E-B544-589D-FA08-031C7EB31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CA5120E-0DA5-1C51-E960-4E0C16817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39C352-38BC-569F-C75D-993447B7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DD050F-5B14-5BDE-ED30-7FE6E51C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4D8047-3CFF-1F87-BDE3-653F34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220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65AA6C-A1A8-891F-9422-51598666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324ACA-CE7E-F58B-4B1B-643A08B57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745B567-140A-7D0F-7109-72437100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44F77F-E95F-53E7-5873-F33D97C1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535C4A-2EC0-A33B-6BBB-FE0189EB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126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C1176B-BBC3-A472-6CD0-B450C23D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190B3E-E71D-E713-0100-62796C388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964A82-B564-04C5-42A9-FF2E44D5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79F169A-E2D6-D6D6-E1E1-0ACF9F10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BD6FA4-B13F-65B4-3A40-7BCFB46D1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584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8334FF-4FF3-7E1D-3A2E-DF438E2E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917163-E1C7-8988-F227-9419F330A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1B2EB5B-B213-5460-024D-433843AD2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C0D2D5E-A0BE-24DF-E7BF-81EFF226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64E8463-C80F-1093-472F-9CC43767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4937C29-9EE1-5FC0-686D-04416C0C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185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369AAF-598D-3C7F-D141-641A8BEE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1FE0050-BC2A-39B0-E252-DA9297DE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181102A-7F45-CE78-543D-478378170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5D181DF-0BC1-C62A-E5C6-2453D555E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14A4704-3BB8-C1B0-83E3-467117826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5B7618F-A37D-3F92-3CE9-424B486D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C287A21-4EBD-074A-29AC-8DE7988D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6262817-A570-940B-0188-0CC14AA0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915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F32066-0905-57D9-FFC7-9CA17433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EE94DF6-6ADD-3211-1D22-AD097184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94D85A2-9EC6-6912-3D38-08B94F89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66A7396-9C59-EB45-8668-D1921944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439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110BB62-A81C-D630-FBA7-EB462D55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E9AC584-8049-9E51-9118-DE5CFCAB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FF2D80B-D15B-E72A-F742-7A879B6F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395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7CCDC0-CFE6-1309-8EFF-56382CC3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142835-3BAC-CBB4-D93E-86EBDA4C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D6531C3-C839-7710-F70B-900A0258B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96656F-F938-AE7E-4EFE-F48D9CDE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2F8F783-2E2B-9A60-CDA7-8DBD23B6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048008E-BE23-C638-7B38-6FDEB246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681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5C20E9-45FD-D2BB-CECB-F0466F71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33A1B8E-C8B5-0F00-9D51-E60855BAB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52FEDB1-6E9F-BDFC-E03A-E4B6D7497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64AEC62-AABB-A398-4561-C04A53E0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A3DAE86-8585-0E75-54FE-DD653E4E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81F26B3-E2E1-EC2A-8B31-3E7D0152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363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4A2E38-827D-B8DF-4318-4F349EFA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72F8F35-AE29-D127-5A44-B912F26B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EA9156-BD14-12B4-EC65-83488A13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15A505-39F7-2522-2BDC-21F69E6B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8B12485-0CF9-1840-66DD-1F599EE9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041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55CF5D6-0396-3170-A038-3829B640E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8CF6D69-4934-ED84-9E1B-0BDAA95FE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09B067-6226-1254-DF6A-1AD1909A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BD19CA-69ED-4BF1-2A51-890FE361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DC1684E-35E4-DA63-886F-679B9AF8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308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D747AD4-03EB-2B4B-B658-085C2298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B806442-2274-FE91-5D75-B484D54DA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15C97F-683D-692A-DD81-0315F04C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16C17-1341-4BF7-ADF3-281DCA29979E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058033E-BF8D-530A-A699-302E08E01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B24E45-B489-6AC5-1D6F-C11FE9722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B3B71-CCD4-4DE1-9184-07E8C3F5A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717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37977D-C470-CA9B-FC69-4AA36898C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E2E7487-A35B-0E4D-0D54-A195F404B7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616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34E76C-A28A-820A-CCB4-2FE906227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Client</a:t>
            </a:r>
            <a:endParaRPr lang="hu-HU" dirty="0"/>
          </a:p>
          <a:p>
            <a:r>
              <a:rPr lang="hu-HU" dirty="0" err="1"/>
              <a:t>Controller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/>
              <a:t>Service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 err="1"/>
              <a:t>Repository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 err="1"/>
              <a:t>Datasource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673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Office PowerPoint</Application>
  <PresentationFormat>Szélesvásznú</PresentationFormat>
  <Paragraphs>6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Zoltán Benedek</dc:creator>
  <cp:lastModifiedBy>Zoltán Benedek</cp:lastModifiedBy>
  <cp:revision>1</cp:revision>
  <dcterms:created xsi:type="dcterms:W3CDTF">2025-12-03T11:02:44Z</dcterms:created>
  <dcterms:modified xsi:type="dcterms:W3CDTF">2025-12-03T11:06:27Z</dcterms:modified>
</cp:coreProperties>
</file>